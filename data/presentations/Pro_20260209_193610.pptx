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lumMod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82880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ontserrat"/>
              </a:defRPr>
            </a:pPr>
            <a:r>
              <a:t>THE ART OF MILKSHAKES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D700"/>
                </a:solidFill>
              </a:defRPr>
            </a:pPr>
            <a:r>
              <a:t>Crafting delightful frozen beverages for everyone.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70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A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0"/>
            <a:ext cx="608990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48640"/>
            <a:ext cx="5080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333333"/>
                </a:solidFill>
              </a:defRPr>
            </a:pPr>
            <a:r>
              <a:t>Key Elements of a Perfect Milkshake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-&gt; Quality Ingredients: Fresh milk, premium ice cream, natural flavors.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-&gt; Optimal Consistency: Smooth, thick, and perfectly chilled texture.</a:t>
            </a:r>
          </a:p>
          <a:p>
            <a:pPr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-&gt; Creative Combinations: Unique flavors and delightful toppings.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70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Crafting Your Ideal Milkshake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105156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346960" y="2606040"/>
            <a:ext cx="274320" cy="2743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Gather: Milk, ice cream, flavorings, and desire...</a:t>
            </a:r>
          </a:p>
        </p:txBody>
      </p:sp>
      <p:sp>
        <p:nvSpPr>
          <p:cNvPr id="7" name="Oval 6"/>
          <p:cNvSpPr/>
          <p:nvPr/>
        </p:nvSpPr>
        <p:spPr>
          <a:xfrm>
            <a:off x="5852160" y="2606040"/>
            <a:ext cx="274320" cy="2743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Combine: Blend ingredients in a high-speed blen...</a:t>
            </a:r>
          </a:p>
        </p:txBody>
      </p:sp>
      <p:sp>
        <p:nvSpPr>
          <p:cNvPr id="9" name="Oval 8"/>
          <p:cNvSpPr/>
          <p:nvPr/>
        </p:nvSpPr>
        <p:spPr>
          <a:xfrm>
            <a:off x="9357360" y="2606040"/>
            <a:ext cx="274320" cy="2743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34400" y="32004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333333"/>
                </a:solidFill>
              </a:defRPr>
            </a:pPr>
            <a:r>
              <a:t>Serve: Pour into a glass, add toppings, and enj...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70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33333"/>
                </a:solidFill>
              </a:defRPr>
            </a:pPr>
            <a:r>
              <a:t>Diverse Milkshake Creations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51760" cy="3840480"/>
          </a:xfrm>
          <a:prstGeom prst="rect">
            <a:avLst/>
          </a:prstGeom>
          <a:solidFill>
            <a:srgbClr val="FA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Classic Vanilla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Timeless, rich, and wonderfully creamy.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651760" cy="3840480"/>
          </a:xfrm>
          <a:prstGeom prst="rect">
            <a:avLst/>
          </a:prstGeom>
          <a:solidFill>
            <a:srgbClr val="FA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Chocolate Dream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Decadent, smooth, and deeply satisfying.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2651760" cy="3840480"/>
          </a:xfrm>
          <a:prstGeom prst="rect">
            <a:avLst/>
          </a:prstGeom>
          <a:solidFill>
            <a:srgbClr val="FA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Fruity Berry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Refreshing blend of fresh seasonal berries.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463040"/>
            <a:ext cx="2651760" cy="3840480"/>
          </a:xfrm>
          <a:prstGeom prst="rect">
            <a:avLst/>
          </a:prstGeom>
          <a:solidFill>
            <a:srgbClr val="FAEB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</a:defRPr>
            </a:pPr>
            <a:r>
              <a:t>Coffee Buzz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7744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Energetic kick with a smooth, sweet finish.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DE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</a:defRPr>
            </a:pPr>
            <a:r>
              <a:t>The Future of Milkshakes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D700"/>
                </a:solidFill>
              </a:defRPr>
            </a:pPr>
            <a:r>
              <a:t>Innovating classic treats for modern palates.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D70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