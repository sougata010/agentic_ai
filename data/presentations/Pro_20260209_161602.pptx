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lumMod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108960"/>
            <a:ext cx="182880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Roboto"/>
              </a:defRPr>
            </a:pPr>
            <a:r>
              <a:t>PYTHON: A BRIEF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ECC71"/>
                </a:solidFill>
              </a:defRPr>
            </a:pPr>
            <a:r>
              <a:t>Tracing the Evolution of a Programming Powerhouse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ECC71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Key Milestones in Python's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0"/>
            <a:ext cx="10515600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0" y="2606040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1991: Python 0.9.0 released.</a:t>
            </a:r>
          </a:p>
        </p:txBody>
      </p:sp>
      <p:sp>
        <p:nvSpPr>
          <p:cNvPr id="7" name="Oval 6"/>
          <p:cNvSpPr/>
          <p:nvPr/>
        </p:nvSpPr>
        <p:spPr>
          <a:xfrm>
            <a:off x="3749040" y="2606040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32004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1994: Python 1.0 introduced features.</a:t>
            </a:r>
          </a:p>
        </p:txBody>
      </p:sp>
      <p:sp>
        <p:nvSpPr>
          <p:cNvPr id="9" name="Oval 8"/>
          <p:cNvSpPr/>
          <p:nvPr/>
        </p:nvSpPr>
        <p:spPr>
          <a:xfrm>
            <a:off x="5852160" y="2606040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32004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2000: Python 2.0 with list comprehensions.</a:t>
            </a:r>
          </a:p>
        </p:txBody>
      </p:sp>
      <p:sp>
        <p:nvSpPr>
          <p:cNvPr id="11" name="Oval 10"/>
          <p:cNvSpPr/>
          <p:nvPr/>
        </p:nvSpPr>
        <p:spPr>
          <a:xfrm>
            <a:off x="7955280" y="2606040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32004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2008: Python 3.0 launched, major overhaul.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0" y="2606040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32004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2020: Python 2 end-of-life.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ECC71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Python's Enduring Impact and Versatility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2ECC71"/>
                </a:solidFill>
              </a:defRPr>
            </a:pPr>
            <a:r>
              <a:t>Empowering Innovation Across Diverse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ECC71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