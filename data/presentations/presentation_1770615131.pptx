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Velvet Sip: The Next-Gen Milkshake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Velvet Sip: The Next-Gen Milkshake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Innovating the Classic Treat</a:t>
            </a:r>
          </a:p>
          <a:p>
            <a:pPr>
              <a:defRPr sz="1800"/>
            </a:pPr>
            <a:r>
              <a:t>• Premium Ingredients, Unforgettable Flavors</a:t>
            </a:r>
          </a:p>
          <a:p>
            <a:pPr>
              <a:defRPr sz="1800"/>
            </a:pPr>
            <a:r>
              <a:t>• A New Standard for Indulgence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Velvet Sip?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Ultra-premium, ready-to-drink milkshake</a:t>
            </a:r>
          </a:p>
          <a:p>
            <a:pPr>
              <a:defRPr sz="1800"/>
            </a:pPr>
            <a:r>
              <a:t>• Crafted with real dairy and natural flavors</a:t>
            </a:r>
          </a:p>
          <a:p>
            <a:pPr>
              <a:defRPr sz="1800"/>
            </a:pPr>
            <a:r>
              <a:t>• Convenient, on-the-go indulgence</a:t>
            </a:r>
          </a:p>
          <a:p>
            <a:pPr>
              <a:defRPr sz="1800"/>
            </a:pPr>
            <a:r>
              <a:t>• Available in unique, sophisticated flavor combinations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Unrivaled Quality &amp; Convenience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Made with 100% real milk and cream</a:t>
            </a:r>
          </a:p>
          <a:p>
            <a:pPr>
              <a:defRPr sz="1800"/>
            </a:pPr>
            <a:r>
              <a:t>• No artificial colors, flavors, or preservatives</a:t>
            </a:r>
          </a:p>
          <a:p>
            <a:pPr>
              <a:defRPr sz="1800"/>
            </a:pPr>
            <a:r>
              <a:t>• Rich, creamy texture in every sip</a:t>
            </a:r>
          </a:p>
          <a:p>
            <a:pPr>
              <a:defRPr sz="1800"/>
            </a:pPr>
            <a:r>
              <a:t>• Eco-friendly, recyclable packaging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Our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Busy professionals seeking a quick treat</a:t>
            </a:r>
          </a:p>
          <a:p>
            <a:pPr>
              <a:defRPr sz="1800"/>
            </a:pPr>
            <a:r>
              <a:t>• Students looking for a delicious pick-me-up</a:t>
            </a:r>
          </a:p>
          <a:p>
            <a:pPr>
              <a:defRPr sz="1800"/>
            </a:pPr>
            <a:r>
              <a:t>• Families desiring a premium snack option</a:t>
            </a:r>
          </a:p>
          <a:p>
            <a:pPr>
              <a:defRPr sz="1800"/>
            </a:pPr>
            <a:r>
              <a:t>• Conscious consumers seeking quality ingredients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Heart of Our Flavor: Premium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Sourced from trusted dairy farms</a:t>
            </a:r>
          </a:p>
          <a:p>
            <a:pPr>
              <a:defRPr sz="1800"/>
            </a:pPr>
            <a:r>
              <a:t>• Natural fruit purees and extracts</a:t>
            </a:r>
          </a:p>
          <a:p>
            <a:pPr>
              <a:defRPr sz="1800"/>
            </a:pPr>
            <a:r>
              <a:t>• High-quality cocoa and vanilla beans</a:t>
            </a:r>
          </a:p>
          <a:p>
            <a:pPr>
              <a:defRPr sz="1800"/>
            </a:pPr>
            <a:r>
              <a:t>• Commitment to sustainable sourcing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 Symphony of Flavors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Classic Vanilla Bean Dream</a:t>
            </a:r>
          </a:p>
          <a:p>
            <a:pPr>
              <a:defRPr sz="1800"/>
            </a:pPr>
            <a:r>
              <a:t>• Decadent Double Chocolate Fudge</a:t>
            </a:r>
          </a:p>
          <a:p>
            <a:pPr>
              <a:defRPr sz="1800"/>
            </a:pPr>
            <a:r>
              <a:t>• Refreshing Strawberry Swirl</a:t>
            </a:r>
          </a:p>
          <a:p>
            <a:pPr>
              <a:defRPr sz="1800"/>
            </a:pPr>
            <a:r>
              <a:t>• Seasonal &amp; Limited Edition Flavors (e.g., Pumpkin Spice, Peppermint Bliss)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Tapping into a Growing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Ready-to-drink beverage market expanding rapidly</a:t>
            </a:r>
          </a:p>
          <a:p>
            <a:pPr>
              <a:defRPr sz="1800"/>
            </a:pPr>
            <a:r>
              <a:t>• Premium indulgence category showing strong growth</a:t>
            </a:r>
          </a:p>
          <a:p>
            <a:pPr>
              <a:defRPr sz="1800"/>
            </a:pPr>
            <a:r>
              <a:t>• Consumer demand for natural and high-quality ingredients</a:t>
            </a:r>
          </a:p>
          <a:p>
            <a:pPr>
              <a:defRPr sz="1800"/>
            </a:pPr>
            <a:r>
              <a:t>• Opportunity to disrupt traditional milkshake segment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Velvet Sip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Unmatched taste and texture profile</a:t>
            </a:r>
          </a:p>
          <a:p>
            <a:pPr>
              <a:defRPr sz="1800"/>
            </a:pPr>
            <a:r>
              <a:t>• Superior ingredient quality vs. competitors</a:t>
            </a:r>
          </a:p>
          <a:p>
            <a:pPr>
              <a:defRPr sz="1800"/>
            </a:pPr>
            <a:r>
              <a:t>• Distinctive, elegant branding and packaging</a:t>
            </a:r>
          </a:p>
          <a:p>
            <a:pPr>
              <a:defRPr sz="1800"/>
            </a:pPr>
            <a:r>
              <a:t>• Focus on innovative and sophisticated flavor blends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Launching Velvet Sip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Strategic partnerships with specialty grocery stores</a:t>
            </a:r>
          </a:p>
          <a:p>
            <a:pPr>
              <a:defRPr sz="1800"/>
            </a:pPr>
            <a:r>
              <a:t>• Online presence and direct-to-consumer sales</a:t>
            </a:r>
          </a:p>
          <a:p>
            <a:pPr>
              <a:defRPr sz="1800"/>
            </a:pPr>
            <a:r>
              <a:t>• Targeted social media and influencer marketing</a:t>
            </a:r>
          </a:p>
          <a:p>
            <a:pPr>
              <a:defRPr sz="1800"/>
            </a:pPr>
            <a:r>
              <a:t>• Sampling events and in-store promotions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Join Us on the Velvet Sip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Invest in the future of premium beverages</a:t>
            </a:r>
          </a:p>
          <a:p>
            <a:pPr>
              <a:defRPr sz="1800"/>
            </a:pPr>
            <a:r>
              <a:t>• Partner with us for distribution opportunities</a:t>
            </a:r>
          </a:p>
          <a:p>
            <a:pPr>
              <a:defRPr sz="1800"/>
            </a:pPr>
            <a:r>
              <a:t>• Experience Velvet Sip for yourself!</a:t>
            </a:r>
          </a:p>
          <a:p>
            <a:pPr>
              <a:defRPr sz="1800"/>
            </a:pPr>
            <a:r>
              <a:t>•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