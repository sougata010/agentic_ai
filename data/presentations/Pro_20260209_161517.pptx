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82880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ontserrat"/>
              </a:defRPr>
            </a:pPr>
            <a:r>
              <a:t>PYTHON: A JOURNEY IN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498DB"/>
                </a:solidFill>
              </a:defRPr>
            </a:pPr>
            <a:r>
              <a:t>From humble beginnings to global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98D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2C3E50"/>
                </a:solidFill>
              </a:defRPr>
            </a:pPr>
            <a:r>
              <a:t>Python's Guiding Design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-&gt; Readability counts: Clean, understandable code.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-&gt; Explicit is better: Clear and unambiguous.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-&gt; Simple is better: Easier to comprehend.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-&gt; Practicality beats purity: Focus on utility.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98D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Milestones in Python's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515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8810" y="260604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58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1991: Guido releases Python 0.9.0.</a:t>
            </a:r>
          </a:p>
        </p:txBody>
      </p:sp>
      <p:sp>
        <p:nvSpPr>
          <p:cNvPr id="7" name="Oval 6"/>
          <p:cNvSpPr/>
          <p:nvPr/>
        </p:nvSpPr>
        <p:spPr>
          <a:xfrm>
            <a:off x="4537710" y="260604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47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2000: Python 2.0 introduces list comprehensions.</a:t>
            </a:r>
          </a:p>
        </p:txBody>
      </p:sp>
      <p:sp>
        <p:nvSpPr>
          <p:cNvPr id="9" name="Oval 8"/>
          <p:cNvSpPr/>
          <p:nvPr/>
        </p:nvSpPr>
        <p:spPr>
          <a:xfrm>
            <a:off x="7166610" y="260604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36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2008: Python 3.0 (Py3k) brings major changes.</a:t>
            </a:r>
          </a:p>
        </p:txBody>
      </p:sp>
      <p:sp>
        <p:nvSpPr>
          <p:cNvPr id="11" name="Oval 10"/>
          <p:cNvSpPr/>
          <p:nvPr/>
        </p:nvSpPr>
        <p:spPr>
          <a:xfrm>
            <a:off x="9795510" y="260604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25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Today: Thriving ecosystem, continuous innovation.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98D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