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lumMod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828800" cy="508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TASTE THE TROPICS: MANGO MILKSHAKE!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BB6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48640"/>
            <a:ext cx="50800" cy="7315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33333"/>
                </a:solidFill>
              </a:defRPr>
            </a:pPr>
            <a:r>
              <a:t>Crafted Perfection: Real Mango Goodness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Made with 100% real, ripe Alphonso mangoes.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Creamy, smooth texture for a luxurious drinking experience.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No artificial flavors or colors; simply natural deliciousness.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A refreshing treat, perfect for any time of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BB6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33333"/>
                </a:solidFill>
              </a:defRPr>
            </a:pPr>
            <a:r>
              <a:t>Tapping into a Growing Consumer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51760" cy="38404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BB6A"/>
                </a:solidFill>
              </a:defRPr>
            </a:pPr>
            <a:r>
              <a:t>Health-Conscious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Natural ingredients appeal to mindful consumers.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651760" cy="38404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BB6A"/>
                </a:solidFill>
              </a:defRPr>
            </a:pPr>
            <a:r>
              <a:t>Dessert Lovers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A delicious, convenient alternative to traditional desserts.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2651760" cy="38404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BB6A"/>
                </a:solidFill>
              </a:defRPr>
            </a:pPr>
            <a:r>
              <a:t>On-the-Go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Perfect for busy lifestyles seeking quick, tasty options.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BB6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Careful Sourcing, Expert Craftsmanship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0515600" cy="381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08810" y="2606040"/>
            <a:ext cx="274320" cy="27432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585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Step 1: Hand-Picked Mangoes - Only the finest f...</a:t>
            </a:r>
          </a:p>
        </p:txBody>
      </p:sp>
      <p:sp>
        <p:nvSpPr>
          <p:cNvPr id="7" name="Oval 6"/>
          <p:cNvSpPr/>
          <p:nvPr/>
        </p:nvSpPr>
        <p:spPr>
          <a:xfrm>
            <a:off x="4537710" y="2606040"/>
            <a:ext cx="274320" cy="27432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475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Step 2: Gentle Processing - Preserving natural ...</a:t>
            </a:r>
          </a:p>
        </p:txBody>
      </p:sp>
      <p:sp>
        <p:nvSpPr>
          <p:cNvPr id="9" name="Oval 8"/>
          <p:cNvSpPr/>
          <p:nvPr/>
        </p:nvSpPr>
        <p:spPr>
          <a:xfrm>
            <a:off x="7166610" y="2606040"/>
            <a:ext cx="274320" cy="27432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365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Step 3: Quality Control - Rigorous checks at ev...</a:t>
            </a:r>
          </a:p>
        </p:txBody>
      </p:sp>
      <p:sp>
        <p:nvSpPr>
          <p:cNvPr id="11" name="Oval 10"/>
          <p:cNvSpPr/>
          <p:nvPr/>
        </p:nvSpPr>
        <p:spPr>
          <a:xfrm>
            <a:off x="9795510" y="2606040"/>
            <a:ext cx="274320" cy="27432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255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Step 4: Sustainable Packaging - Eco-friendly an...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BB6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Boost Your Store's Sales and Reputation!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BB6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48640"/>
            <a:ext cx="50800" cy="7315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A Symphony of Sweet, Tangy, and Smooth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Sweetness: Naturally rich from sun-ripened mangoes.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Tang: A subtle, refreshing zest that balances the sweetness.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Smoothness: Velvety texture glides effortlessly.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Refreshing: A cool, invigorating taste perfect for any palate.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BB6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48640"/>
            <a:ext cx="50800" cy="7315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33333"/>
                </a:solidFill>
              </a:defRPr>
            </a:pPr>
            <a:r>
              <a:t>Eye-Catching Design, Eco-Conscious Ch...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Modern Aesthetics: Stands out on crowded shelves.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Recyclable Materials: Appeals to environmentally aware consumers.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Convenient Size: Perfect for individual servings.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Secure Seal: Ensures freshness and prevents leaks.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BB6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lumMod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828800" cy="508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READY FOR SWEET SUCCESS? CONNECT!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BB6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