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828800" cy="50800"/>
          </a:xfrm>
          <a:prstGeom prst="rect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INTRODUCING OUR PREMIUM MANGO MILKSHAKE!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CC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48640"/>
            <a:ext cx="50800" cy="731520"/>
          </a:xfrm>
          <a:prstGeom prst="rect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333333"/>
                </a:solidFill>
              </a:defRPr>
            </a:pPr>
            <a:r>
              <a:t>Experience Unrivaled Quality &amp; Taste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Crafted with hand-picked, ripe Alphonso mangoes for authentic flavor.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Made with real dairy milk, ensuring a rich and creamy texture.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No artificial flavors or colors, just pure, natural goodness.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Perfectly balanced sweetness, appealing to diverse palates.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CC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Finest Ingredients for Superior Flavor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1760" cy="384048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CC99"/>
                </a:solidFill>
              </a:defRPr>
            </a:pPr>
            <a:r>
              <a:t>Alphonso Mangoes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Sweet, aromatic, and rich in color.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651760" cy="384048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CC99"/>
                </a:solidFill>
              </a:defRPr>
            </a:pPr>
            <a:r>
              <a:t>Fresh Dairy Milk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Creamy base for a smooth texture.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2651760" cy="384048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CC99"/>
                </a:solidFill>
              </a:defRPr>
            </a:pPr>
            <a:r>
              <a:t>Natural Sweetener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Just enough to enhance mango's taste.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463040"/>
            <a:ext cx="2651760" cy="384048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CC99"/>
                </a:solidFill>
              </a:defRPr>
            </a:pPr>
            <a:r>
              <a:t>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Blended to perfection for a refreshing chill.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CC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Our Journey: From Mango to Milkshake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515600" cy="38100"/>
          </a:xfrm>
          <a:prstGeom prst="rect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2606040"/>
            <a:ext cx="274320" cy="274320"/>
          </a:xfrm>
          <a:prstGeom prst="ellipse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Mango Selection: Hand-picking ripe Alphonso man...</a:t>
            </a:r>
          </a:p>
        </p:txBody>
      </p:sp>
      <p:sp>
        <p:nvSpPr>
          <p:cNvPr id="7" name="Oval 6"/>
          <p:cNvSpPr/>
          <p:nvPr/>
        </p:nvSpPr>
        <p:spPr>
          <a:xfrm>
            <a:off x="3749040" y="2606040"/>
            <a:ext cx="274320" cy="274320"/>
          </a:xfrm>
          <a:prstGeom prst="ellipse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Pulp Extraction: Gently extracting the sweet ma...</a:t>
            </a:r>
          </a:p>
        </p:txBody>
      </p:sp>
      <p:sp>
        <p:nvSpPr>
          <p:cNvPr id="9" name="Oval 8"/>
          <p:cNvSpPr/>
          <p:nvPr/>
        </p:nvSpPr>
        <p:spPr>
          <a:xfrm>
            <a:off x="5852160" y="2606040"/>
            <a:ext cx="274320" cy="274320"/>
          </a:xfrm>
          <a:prstGeom prst="ellipse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Blending Perfection: Mixing pulp, milk, and nat...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0" y="2606040"/>
            <a:ext cx="274320" cy="274320"/>
          </a:xfrm>
          <a:prstGeom prst="ellipse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Quality Assurance: Rigorous testing for taste a...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0" y="2606040"/>
            <a:ext cx="274320" cy="274320"/>
          </a:xfrm>
          <a:prstGeom prst="ellipse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Bottling &amp; Sealing: Freshness locked in for con...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CC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48640"/>
            <a:ext cx="50800" cy="731520"/>
          </a:xfrm>
          <a:prstGeom prst="rect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333333"/>
                </a:solidFill>
              </a:defRPr>
            </a:pPr>
            <a:r>
              <a:t>Who Will Love Our Mango Milkshake?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Health-conscious adults seeking natural, wholesome treats.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Families desiring delicious and refreshing options for kids.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Young professionals looking for convenient, premium beverages.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Consumers craving authentic tropical fruit experiences.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CC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Why Choose Our Premium Mango Milkshake?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486400" cy="45720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-&gt; Our Milkshake: Real Alphonso Mangoes, Creamy Dairy, Natur...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-&gt; Competitors: Artificial Flavors, Powder Mixes, Watery Tex...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-&gt; Our Milkshake: Rich, Authentic Tropical Taste, Smooth Con...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-&gt; Competitors: Generic Sweetness, Thin Mouthfeel, Unnatural...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CC9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Be Part of the Tropical Sensation!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66CC99"/>
                </a:solidFill>
              </a:defRPr>
            </a:pPr>
            <a:r>
              <a:t>Bring the taste of sunshine and premium quality to your shelves, de...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CC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48640"/>
            <a:ext cx="50800" cy="731520"/>
          </a:xfrm>
          <a:prstGeom prst="rect">
            <a:avLst/>
          </a:prstGeom>
          <a:solidFill>
            <a:srgbClr val="66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Partner With Us Today!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Schedule a tasting session for your team.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Discuss custom order sizes and delivery options.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Access our marketing support materials.</a:t>
            </a:r>
          </a:p>
          <a:p>
            <a:pPr>
              <a:spcBef>
                <a:spcPts val="1000"/>
              </a:spcBef>
              <a:defRPr sz="1600">
                <a:solidFill>
                  <a:srgbClr val="333333"/>
                </a:solidFill>
              </a:defRPr>
            </a:pPr>
            <a:r>
              <a:t>-&gt; Bring the premium mango milkshake to your customers!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66CC9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