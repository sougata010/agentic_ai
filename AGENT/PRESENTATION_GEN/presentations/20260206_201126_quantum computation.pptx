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what we will cover today. We'll start with the basics and move towards applications and future prospects.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Quantum computing represents a fundamental shift in how we process information, leveraging the strange rules of the quantum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Qubits are the building blocks of quantum computers. Their ability to exist in multiple states at once is key to quantum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Superposition is a core quantum phenomenon. Imagine a spinning coin that is both heads and tails until it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Entanglement is often called 'spooky action at a distance'. It allows qubits to share a deep connection, enhancing computational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algorithms demonstrate quantum computers' potential to outperform classical ones for specific, complex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quantum computers is incredibly challenging, involving cutting-edge physics and engineering to maintain delicate quantum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Despite progress, significant hurdles remain. Maintaining quantum coherence and correcting errors are major research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Quantum computing promises to revolutionize numerous fields, from healthcare to finance, by solving previously intractable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Quantum supremacy signifies a point where a quantum computer performs a task beyond the reach of the fastest classical supercomputers.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field is evolving quickly. We are on the cusp of a new era that will redefine computational capabilities and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appreciate your time and engagement. Please feel free to ask any questions you might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Quantum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Unlocking the Future of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By: Sougata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Presentation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Introduction to Quantum Computing</a:t>
            </a:r>
          </a:p>
          <a:p>
            <a:pPr>
              <a:spcAft>
                <a:spcPts val="1200"/>
              </a:spcAft>
              <a:defRPr sz="2400"/>
            </a:pPr>
            <a:r>
              <a:t>• Understanding Qubits</a:t>
            </a:r>
          </a:p>
          <a:p>
            <a:pPr>
              <a:spcAft>
                <a:spcPts val="1200"/>
              </a:spcAft>
              <a:defRPr sz="2400"/>
            </a:pPr>
            <a:r>
              <a:t>• Superposition and Entanglement</a:t>
            </a:r>
          </a:p>
          <a:p>
            <a:pPr>
              <a:spcAft>
                <a:spcPts val="1200"/>
              </a:spcAft>
              <a:defRPr sz="2400"/>
            </a:pPr>
            <a:r>
              <a:t>• Quantum Algorithms</a:t>
            </a:r>
          </a:p>
          <a:p>
            <a:pPr>
              <a:spcAft>
                <a:spcPts val="1200"/>
              </a:spcAft>
              <a:defRPr sz="2400"/>
            </a:pPr>
            <a:r>
              <a:t>• Hardware and Challenges</a:t>
            </a:r>
          </a:p>
          <a:p>
            <a:pPr>
              <a:spcAft>
                <a:spcPts val="1200"/>
              </a:spcAft>
              <a:defRPr sz="2400"/>
            </a:pPr>
            <a:r>
              <a:t>• Applications and Future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 is Quantum Computing?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New paradigm of computation</a:t>
            </a:r>
          </a:p>
          <a:p>
            <a:pPr>
              <a:spcAft>
                <a:spcPts val="1200"/>
              </a:spcAft>
              <a:defRPr sz="2400"/>
            </a:pPr>
            <a:r>
              <a:t>• Utilizes quantum mechanics principles</a:t>
            </a:r>
          </a:p>
          <a:p>
            <a:pPr>
              <a:spcAft>
                <a:spcPts val="1200"/>
              </a:spcAft>
              <a:defRPr sz="2400"/>
            </a:pPr>
            <a:r>
              <a:t>• Solves problems classical computers can't</a:t>
            </a:r>
          </a:p>
          <a:p>
            <a:pPr>
              <a:spcAft>
                <a:spcPts val="1200"/>
              </a:spcAft>
              <a:defRPr sz="2400"/>
            </a:pPr>
            <a:r>
              <a:t>• Beyond traditional binary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Power of Qubits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Basic unit of quantum information</a:t>
            </a:r>
          </a:p>
          <a:p>
            <a:pPr>
              <a:spcAft>
                <a:spcPts val="1200"/>
              </a:spcAft>
              <a:defRPr sz="2400"/>
            </a:pPr>
            <a:r>
              <a:t>• Can be 0, 1, or both simultaneously</a:t>
            </a:r>
          </a:p>
          <a:p>
            <a:pPr>
              <a:spcAft>
                <a:spcPts val="1200"/>
              </a:spcAft>
              <a:defRPr sz="2400"/>
            </a:pPr>
            <a:r>
              <a:t>• Unlike classical bits (0 or 1)</a:t>
            </a:r>
          </a:p>
          <a:p>
            <a:pPr>
              <a:spcAft>
                <a:spcPts val="1200"/>
              </a:spcAft>
              <a:defRPr sz="2400"/>
            </a:pPr>
            <a:r>
              <a:t>• Enables vast computational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Superposition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Qubit exists in multiple states</a:t>
            </a:r>
          </a:p>
          <a:p>
            <a:pPr>
              <a:spcAft>
                <a:spcPts val="1200"/>
              </a:spcAft>
              <a:defRPr sz="2400"/>
            </a:pPr>
            <a:r>
              <a:t>• Simultaneously 0 and 1, for instance</a:t>
            </a:r>
          </a:p>
          <a:p>
            <a:pPr>
              <a:spcAft>
                <a:spcPts val="1200"/>
              </a:spcAft>
              <a:defRPr sz="2400"/>
            </a:pPr>
            <a:r>
              <a:t>• Collapses to single state on measurement</a:t>
            </a:r>
          </a:p>
          <a:p>
            <a:pPr>
              <a:spcAft>
                <a:spcPts val="1200"/>
              </a:spcAft>
              <a:defRPr sz="2400"/>
            </a:pPr>
            <a:r>
              <a:t>• Increases processing capacity exponentially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Entanglement: The Quantum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Qubits linked, regardless of distance</a:t>
            </a:r>
          </a:p>
          <a:p>
            <a:pPr>
              <a:spcAft>
                <a:spcPts val="1200"/>
              </a:spcAft>
              <a:defRPr sz="2400"/>
            </a:pPr>
            <a:r>
              <a:t>• Measuring one instantly affects others</a:t>
            </a:r>
          </a:p>
          <a:p>
            <a:pPr>
              <a:spcAft>
                <a:spcPts val="1200"/>
              </a:spcAft>
              <a:defRPr sz="2400"/>
            </a:pPr>
            <a:r>
              <a:t>• Creates powerful correlations</a:t>
            </a:r>
          </a:p>
          <a:p>
            <a:pPr>
              <a:spcAft>
                <a:spcPts val="1200"/>
              </a:spcAft>
              <a:defRPr sz="2400"/>
            </a:pPr>
            <a:r>
              <a:t>• Essential for quantum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Quantum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Shor's algorithm for factorization</a:t>
            </a:r>
          </a:p>
          <a:p>
            <a:pPr>
              <a:spcAft>
                <a:spcPts val="1200"/>
              </a:spcAft>
              <a:defRPr sz="2400"/>
            </a:pPr>
            <a:r>
              <a:t>• Grover's algorithm for search</a:t>
            </a:r>
          </a:p>
          <a:p>
            <a:pPr>
              <a:spcAft>
                <a:spcPts val="1200"/>
              </a:spcAft>
              <a:defRPr sz="2400"/>
            </a:pPr>
            <a:r>
              <a:t>• QAOA for optimization problems</a:t>
            </a:r>
          </a:p>
          <a:p>
            <a:pPr>
              <a:spcAft>
                <a:spcPts val="1200"/>
              </a:spcAft>
              <a:defRPr sz="2400"/>
            </a:pPr>
            <a:r>
              <a:t>• Offer exponential speedups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Building Quantum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Superconducting circuits (IBM, Google)</a:t>
            </a:r>
          </a:p>
          <a:p>
            <a:pPr>
              <a:spcAft>
                <a:spcPts val="1200"/>
              </a:spcAft>
              <a:defRPr sz="2400"/>
            </a:pPr>
            <a:r>
              <a:t>• Trapped ions (IonQ)</a:t>
            </a:r>
          </a:p>
          <a:p>
            <a:pPr>
              <a:spcAft>
                <a:spcPts val="1200"/>
              </a:spcAft>
              <a:defRPr sz="2400"/>
            </a:pPr>
            <a:r>
              <a:t>• Topological qubits (Microsoft)</a:t>
            </a:r>
          </a:p>
          <a:p>
            <a:pPr>
              <a:spcAft>
                <a:spcPts val="1200"/>
              </a:spcAft>
              <a:defRPr sz="2400"/>
            </a:pPr>
            <a:r>
              <a:t>• Requires extreme environmental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Current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Decoherence: loss of quantum state</a:t>
            </a:r>
          </a:p>
          <a:p>
            <a:pPr>
              <a:spcAft>
                <a:spcPts val="1200"/>
              </a:spcAft>
              <a:defRPr sz="2400"/>
            </a:pPr>
            <a:r>
              <a:t>• Error correction is extremely difficult</a:t>
            </a:r>
          </a:p>
          <a:p>
            <a:pPr>
              <a:spcAft>
                <a:spcPts val="1200"/>
              </a:spcAft>
              <a:defRPr sz="2400"/>
            </a:pPr>
            <a:r>
              <a:t>• Scalability to many qubits</a:t>
            </a:r>
          </a:p>
          <a:p>
            <a:pPr>
              <a:spcAft>
                <a:spcPts val="1200"/>
              </a:spcAft>
              <a:defRPr sz="2400"/>
            </a:pPr>
            <a:r>
              <a:t>• High cost and infrastructure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Future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Drug discovery and materials science</a:t>
            </a:r>
          </a:p>
          <a:p>
            <a:pPr>
              <a:spcAft>
                <a:spcPts val="1200"/>
              </a:spcAft>
              <a:defRPr sz="2400"/>
            </a:pPr>
            <a:r>
              <a:t>• Financial modeling and optimization</a:t>
            </a:r>
          </a:p>
          <a:p>
            <a:pPr>
              <a:spcAft>
                <a:spcPts val="1200"/>
              </a:spcAft>
              <a:defRPr sz="2400"/>
            </a:pPr>
            <a:r>
              <a:t>• Artificial intelligence and machine learning</a:t>
            </a:r>
          </a:p>
          <a:p>
            <a:pPr>
              <a:spcAft>
                <a:spcPts val="1200"/>
              </a:spcAft>
              <a:defRPr sz="2400"/>
            </a:pPr>
            <a:r>
              <a:t>• Breaking modern cryptography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Achieving Quantum Supremacy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Quantum computer outperforms classical</a:t>
            </a:r>
          </a:p>
          <a:p>
            <a:pPr>
              <a:spcAft>
                <a:spcPts val="1200"/>
              </a:spcAft>
              <a:defRPr sz="2400"/>
            </a:pPr>
            <a:r>
              <a:t>• Solves problems impossible classically</a:t>
            </a:r>
          </a:p>
          <a:p>
            <a:pPr>
              <a:spcAft>
                <a:spcPts val="1200"/>
              </a:spcAft>
              <a:defRPr sz="2400"/>
            </a:pPr>
            <a:r>
              <a:t>• Demonstrates practical advantage</a:t>
            </a:r>
          </a:p>
          <a:p>
            <a:pPr>
              <a:spcAft>
                <a:spcPts val="1200"/>
              </a:spcAft>
              <a:defRPr sz="2400"/>
            </a:pPr>
            <a:r>
              <a:t>• Milestone for the field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Road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Rapid technological advancements expected</a:t>
            </a:r>
          </a:p>
          <a:p>
            <a:pPr>
              <a:spcAft>
                <a:spcPts val="1200"/>
              </a:spcAft>
              <a:defRPr sz="2400"/>
            </a:pPr>
            <a:r>
              <a:t>• Increased investment and research</a:t>
            </a:r>
          </a:p>
          <a:p>
            <a:pPr>
              <a:spcAft>
                <a:spcPts val="1200"/>
              </a:spcAft>
              <a:defRPr sz="2400"/>
            </a:pPr>
            <a:r>
              <a:t>• Potential to revolutionize industries</a:t>
            </a:r>
          </a:p>
          <a:p>
            <a:pPr>
              <a:spcAft>
                <a:spcPts val="1200"/>
              </a:spcAft>
              <a:defRPr sz="2400"/>
            </a:pPr>
            <a:r>
              <a:t>• A new era of computation emerging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Thank you for your attention</a:t>
            </a:r>
          </a:p>
          <a:p>
            <a:pPr>
              <a:spcAft>
                <a:spcPts val="1200"/>
              </a:spcAft>
              <a:defRPr sz="2400"/>
            </a:pPr>
            <a:r>
              <a:t>• Open for discussion</a:t>
            </a:r>
          </a:p>
          <a:p>
            <a:pPr>
              <a:spcAft>
                <a:spcPts val="1200"/>
              </a:spcAft>
              <a:defRPr sz="2400"/>
            </a:pPr>
            <a:r>
              <a:t>• Reach out for more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