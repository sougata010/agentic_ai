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stand at the precipice of a computational revolution. Quantum computing promises to solve problems currently intractable for even the most powerful supercomputers.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current computers, powerful as they are, operate on binary bits, processing information linearly. This fundamental limitation restricts what we can 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a bit that can be both 0 and 1 at the same time. This is superposition, allowing qubits to hold exponentially more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Entanglement is even stranger – two particles linked, their fates intertwined, no matter the distance. This 'spooky action at a distance' is a core resource for quantum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Qubits are the building blocks, not just 0 or 1, but a spectrum of possibilities. They are the true power behind quantum computation.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 like classical computers have logic gates, quantum computers have quantum gates. These gates manipulate the delicate states of qubits to perform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Specific algorithms leverage quantum mechanics to offer significant, sometimes exponential, speedups for certain types of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molecular interactions at a quantum level is crucial for drug discovery and material science. Quantum computers can simulate these complex behaviors accurately.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finance, quantum computers could optimize complex portfolios, predict market trends with greater accuracy, and enhance cryptographic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Quantum machine learning could lead to breakthroughs in artificial intelligence, enabling more sophisticated pattern recognition and faster training of complex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Building stable, error-free quantum computers is immensely challenging. Qubits are fragile and easily lose their quantum properties, requiring extreme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challenges remain, the potential of quantum computing is truly limitless. It promises to unlock scientific discoveries and technological advancements we can only dream of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Quantum computing will profoundly impact every sector, from personalized medicine to clean energy and unbreakable encryption, fundamentally transforming our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journey into the quantum realm has just begun. We invite you to explore its possibilities and contribute to shaping a future powered by quantum computation.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QUANTUM COMPUTATION: BEYOND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96FF"/>
                </a:solidFill>
              </a:defRPr>
            </a:pPr>
            <a:r>
              <a:t>Unlock the Universe's Deepest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AI Presentation Designer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Quantum Leap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New computational paradigm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Solve impossible problems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Harness subatomic power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Classical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Binary: 0s and 1s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Sequential processing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Physical constraints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Superposition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Both 0 and 1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Simultaneous states exist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Vastly increased potential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Entanglement Magic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Linked quantum particles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Instantaneous correlation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Unlocks powerful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Qubits: New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Quantum bits defined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Leverage superposition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Exploit entanglement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Foundation of power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Logic Redefined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Manipulate qubit states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Quantum circuit operations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Complex problem solving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Speeding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Shor's factoring algorithm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Grover's search algorithm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Exponential speedups achieved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Drug Discovery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Simulate molecular interactions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Design novel materials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Accelerate research breakthroughs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Financial Breakthroughs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Optimize portfolio risk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Complex market predictions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Secure transactions enhanced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AI's Next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Advanced machine learning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Pattern recognition boost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Smarter AI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Building Quantum Machines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Maintain coherence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Error correction crucial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Scalability hurdles remain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Limitless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Unimaginable discoveries await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Redefine scientific exploration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Shape our tomorrow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Transform Our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Healthcare revolutions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Energy solutions found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Secure communications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Explore the quantum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Join the revolution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→ Shape the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