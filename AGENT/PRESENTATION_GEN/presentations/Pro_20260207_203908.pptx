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THE GOLDEN OPPORTUNITY: PREMIUM MANGO MILKSHAKES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4500"/>
                </a:solidFill>
                <a:latin typeface="Lato"/>
              </a:defRPr>
            </a:pPr>
            <a:r>
              <a:t>Tapping into a rapidly growing market with a beloved classic.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ontserrat"/>
              </a:defRPr>
            </a:pPr>
            <a:r>
              <a:t>Defining Premium: Quality from Source to Sip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Finest Alphonso mangoes, hand-picked at peak ripeness.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Pure, natural ingredients with no artificial additives.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Creamy, rich texture achieved through expert blending.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Consistent taste and superior sensory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ontserrat"/>
              </a:defRPr>
            </a:pPr>
            <a:r>
              <a:t>The Gap in the Market: Unmet Demand for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Lack of truly premium, natural mango milkshake options.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Inconsistent quality and artificial flavors dominate.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Limited availability in high-end retail and foodservice.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Consumers seeking healthier, authentic beverage choices.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33333"/>
                </a:solidFill>
                <a:latin typeface="Montserrat"/>
              </a:defRPr>
            </a:pPr>
            <a:r>
              <a:t>Our Solution: The Authentic Mango Milkshake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Crafted with 100% natural ingredients and real fruit.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Proprietary blending process ensures unparalleled smoothness.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Designed for discerning palates and health-conscious consumers.</a:t>
            </a:r>
          </a:p>
          <a:p>
            <a:pPr>
              <a:spcBef>
                <a:spcPts val="1500"/>
              </a:spcBef>
              <a:defRPr sz="2200">
                <a:solidFill>
                  <a:srgbClr val="333333"/>
                </a:solidFill>
                <a:latin typeface="Lato"/>
              </a:defRPr>
            </a:pPr>
            <a:r>
              <a:t>-&gt; Sustainable sourcing and ethical production practices.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Montserrat"/>
              </a:defRPr>
            </a:pPr>
            <a:r>
              <a:t>From Orchard to Consumer: Our Quality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0058400" cy="50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Strategic Sourcing: Partnering with top mango farms.</a:t>
            </a:r>
          </a:p>
        </p:txBody>
      </p:sp>
      <p:sp>
        <p:nvSpPr>
          <p:cNvPr id="7" name="Oval 6"/>
          <p:cNvSpPr/>
          <p:nvPr/>
        </p:nvSpPr>
        <p:spPr>
          <a:xfrm>
            <a:off x="374904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Rigorous Selection: Hand-picking and quality checks.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Artisanal Production: Small-batch blending for consistency.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Sustainable Packaging: Eco-friendly and brand-aligned.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Efficient Distribution: Reaching markets fresh and fast.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ontserrat"/>
              </a:defRPr>
            </a:pPr>
            <a:r>
              <a:t>Key Differentiators: Why We Stand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381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36576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500"/>
                </a:solidFill>
                <a:latin typeface="Montserrat"/>
              </a:defRPr>
            </a:pPr>
            <a:r>
              <a:t>Premium Ingredients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Lato"/>
              </a:defRPr>
            </a:pPr>
            <a:r>
              <a:t>Only the best mangoes.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36576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500"/>
                </a:solidFill>
                <a:latin typeface="Montserrat"/>
              </a:defRPr>
            </a:pPr>
            <a:r>
              <a:t>Unmatched Taste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Lato"/>
              </a:defRPr>
            </a:pPr>
            <a:r>
              <a:t>Rich, authentic, and refreshing.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2560320" cy="36576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500"/>
                </a:solidFill>
                <a:latin typeface="Montserrat"/>
              </a:defRPr>
            </a:pPr>
            <a:r>
              <a:t>Health &amp; Wellness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Lato"/>
              </a:defRPr>
            </a:pPr>
            <a:r>
              <a:t>No artificial additives.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828800"/>
            <a:ext cx="2560320" cy="36576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500"/>
                </a:solidFill>
                <a:latin typeface="Montserrat"/>
              </a:defRPr>
            </a:pPr>
            <a:r>
              <a:t>Brand Appeal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Lato"/>
              </a:defRPr>
            </a:pPr>
            <a:r>
              <a:t>Luxury positioning, strong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Montserrat"/>
              </a:defRPr>
            </a:pPr>
            <a:r>
              <a:t>Our Premium Offering vs. Standard Market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Lato"/>
              </a:defRPr>
            </a:pPr>
            <a:r>
              <a:t>-&gt; Ingredients: Real Alphonso Mangoes vs. Artificial Flavors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Lato"/>
              </a:defRPr>
            </a:pPr>
            <a:r>
              <a:t>-&gt; Additives: 100% Natural vs. Added Sugars &amp; Preservatives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Lato"/>
              </a:defRPr>
            </a:pPr>
            <a:r>
              <a:t>-&gt; Quality: Consistent &amp; Premium vs. Variable &amp; Mass-Produced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Lato"/>
              </a:defRPr>
            </a:pPr>
            <a:r>
              <a:t>-&gt; Price Point: Premium vs. Budget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  <a:latin typeface="Lato"/>
              </a:defRPr>
            </a:pPr>
            <a:r>
              <a:t>-&gt; Target Market: Discerning Consumers vs. Broad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Montserrat"/>
              </a:defRPr>
            </a:pPr>
            <a:r>
              <a:t>Go-to-Market Strategy &amp;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0058400" cy="50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8882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Phase 1: Pilot Launch in key urban centers.</a:t>
            </a:r>
          </a:p>
        </p:txBody>
      </p:sp>
      <p:sp>
        <p:nvSpPr>
          <p:cNvPr id="7" name="Oval 6"/>
          <p:cNvSpPr/>
          <p:nvPr/>
        </p:nvSpPr>
        <p:spPr>
          <a:xfrm>
            <a:off x="450342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Phase 2: Expand to premium retail chains &amp; cafes.</a:t>
            </a:r>
          </a:p>
        </p:txBody>
      </p:sp>
      <p:sp>
        <p:nvSpPr>
          <p:cNvPr id="9" name="Oval 8"/>
          <p:cNvSpPr/>
          <p:nvPr/>
        </p:nvSpPr>
        <p:spPr>
          <a:xfrm>
            <a:off x="701802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5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Phase 3: E-commerce integration and direct-to-consumer.</a:t>
            </a:r>
          </a:p>
        </p:txBody>
      </p:sp>
      <p:sp>
        <p:nvSpPr>
          <p:cNvPr id="11" name="Oval 10"/>
          <p:cNvSpPr/>
          <p:nvPr/>
        </p:nvSpPr>
        <p:spPr>
          <a:xfrm>
            <a:off x="9532620" y="274320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1100" y="3657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Lato"/>
              </a:defRPr>
            </a:pPr>
            <a:r>
              <a:t>Phase 4: International market exploration.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33333"/>
                </a:solidFill>
                <a:latin typeface="Montserrat"/>
              </a:defRPr>
            </a:pPr>
            <a:r>
              <a:t>Our Vision: Becoming the Gold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4500"/>
                </a:solidFill>
                <a:latin typeface="Lato"/>
              </a:defRPr>
            </a:pPr>
            <a:r>
              <a:t>To be the undisputed leader in premium fruit-based beverages, starting with the iconic mango milkshake.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INVEST IN THE TASTE OF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4500"/>
                </a:solidFill>
                <a:latin typeface="Lato"/>
              </a:defRPr>
            </a:pPr>
            <a:r>
              <a:t>Join us in bringing the world's finest mango milkshake to a global audience.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450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