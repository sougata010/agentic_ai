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22860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Montserrat"/>
              </a:defRPr>
            </a:pPr>
            <a:r>
              <a:t>REVOLUTIONIZING HEALTHCARE WITH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Understanding Machine Learning in 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-&gt; Data-driven insights for better decisions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Automating complex analysis tasks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Predictive capabilities for proactive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Evolving Landscape: Healthcare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-&gt; Rising costs and resource constraints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Increasing data volume and complexity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Need for personalized treatment plans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Early disease detection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Machine Learning: A Powerful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-&gt; Optimizing resource allocation and operations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Extracting actionable insights from big data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Enabling precision medicine and tailored therapies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Improving diagnostic accuracy and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Key Applications of ML in Healthcare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Point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Predictive Analytics for Disease Outbreaks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256032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Point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Personalized Treatment Plans &amp; Drug Discovery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256032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Point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Enhanced Medical Imaging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828800"/>
            <a:ext cx="256032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Point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Streamlined Administrative Processes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Implementing ML: A Strategic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00584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88820" y="2743200"/>
            <a:ext cx="365760" cy="3657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CDCDC"/>
                </a:solidFill>
              </a:defRPr>
            </a:pPr>
            <a:r>
              <a:t>Data Collection &amp; Integration</a:t>
            </a:r>
          </a:p>
        </p:txBody>
      </p:sp>
      <p:sp>
        <p:nvSpPr>
          <p:cNvPr id="7" name="Oval 6"/>
          <p:cNvSpPr/>
          <p:nvPr/>
        </p:nvSpPr>
        <p:spPr>
          <a:xfrm>
            <a:off x="4503420" y="2743200"/>
            <a:ext cx="365760" cy="3657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190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CDCDC"/>
                </a:solidFill>
              </a:defRPr>
            </a:pPr>
            <a:r>
              <a:t>Model Development &amp; Training</a:t>
            </a:r>
          </a:p>
        </p:txBody>
      </p:sp>
      <p:sp>
        <p:nvSpPr>
          <p:cNvPr id="9" name="Oval 8"/>
          <p:cNvSpPr/>
          <p:nvPr/>
        </p:nvSpPr>
        <p:spPr>
          <a:xfrm>
            <a:off x="7018020" y="2743200"/>
            <a:ext cx="365760" cy="3657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650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CDCDC"/>
                </a:solidFill>
              </a:defRPr>
            </a:pPr>
            <a:r>
              <a:t>Validation &amp; Deployment</a:t>
            </a:r>
          </a:p>
        </p:txBody>
      </p:sp>
      <p:sp>
        <p:nvSpPr>
          <p:cNvPr id="11" name="Oval 10"/>
          <p:cNvSpPr/>
          <p:nvPr/>
        </p:nvSpPr>
        <p:spPr>
          <a:xfrm>
            <a:off x="9532620" y="2743200"/>
            <a:ext cx="365760" cy="3657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110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CDCDC"/>
                </a:solidFill>
              </a:defRPr>
            </a:pPr>
            <a:r>
              <a:t>Monitoring &amp; Continuous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Traditional vs. ML-Driven Healthcare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solidFill>
            <a:srgbClr val="2ECC7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-&gt; Reactive vs. Proactive Care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-&gt; General vs. Personalized Treatments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3C"/>
                </a:solidFill>
              </a:defRPr>
            </a:pPr>
            <a:r>
              <a:t>-&gt; Manual Analysis vs. Automated Insights</a:t>
            </a:r>
          </a:p>
          <a:p>
            <a:pPr>
              <a:defRPr sz="1600">
                <a:solidFill>
                  <a:srgbClr val="28283C"/>
                </a:solidFill>
              </a:defRPr>
            </a:pPr>
            <a:r>
              <a:t>-&gt; Limited Data vs. Big Data Utilization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Impact: Transforming Patient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-&gt; Improved Diagnostic Accuracy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Reduced Healthcare Costs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Enhanced Patient Safety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-&gt; Accelerated Medical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C3E50"/>
                </a:solidFill>
              </a:defRPr>
            </a:pPr>
            <a:r>
              <a:t>Our Vision: A Smarter, Healthier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Empowering Healthcare with Intelligent Systems for Unprecedented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22860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Montserrat"/>
              </a:defRPr>
            </a:pPr>
            <a:r>
              <a:t>EMBRACE THE FUTURE OF 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